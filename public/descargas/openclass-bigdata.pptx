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Presentar el curso como una introducción aplicada al ecosistema Big Data. Destacar que el enfoque no es únicamente técnico, sino también estratégico: comprender qué datos se tienen, cómo se almacenan, cómo se procesan, qué decisiones permiten tomar y qué implicaciones éticas aparecen en su uso.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Explicar que Big Data exige una mirada integradora. No basta con conocer herramientas; también se requiere comprender el problema, seleccionar datos pertinentes, interpretar resultados, comunicar hallazgos y reconocer riesgos relacionados con privacidad, sesgos y seguridad.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Esta diapositiva funciona como transición hacia el menú de semanas. Se puede usar en clase para explicar la progresión del curso y mostrar que cada semana tiene una presentación independiente.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Aclarar que estos enlaces permiten abrir cada presentación semanal y descargar los archivos cuando ya hayan sido exportados.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 — Open Class</dc:title>
  <dc:subject>PptxGenJS Presentation</dc:subject>
  <dc:creator/>
  <cp:lastModifiedBy/>
  <cp:revision>1</cp:revision>
  <dcterms:created xsi:type="dcterms:W3CDTF">2026-05-21T01:29:19Z</dcterms:created>
  <dcterms:modified xsi:type="dcterms:W3CDTF">2026-05-21T01:29:19Z</dcterms:modified>
</cp:coreProperties>
</file>